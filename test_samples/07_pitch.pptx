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D4ED8"/>
                </a:solidFill>
              </a:rPr>
              <a:t>融资路演摘要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产品：文档转 Markdown</a:t>
            </a:r>
          </a:p>
          <a:p>
            <a:pPr/>
            <a:r>
              <a:t>市场：企业知识库 / LLM 预处理</a:t>
            </a:r>
          </a:p>
          <a:p>
            <a:pPr/>
            <a:r>
              <a:t>里程碑：MVP 已完成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财务亮点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ARR：¥2,000,000</a:t>
            </a:r>
          </a:p>
          <a:p>
            <a:r>
              <a:t>毛利率：78%</a:t>
            </a:r>
          </a:p>
          <a:p>
            <a:r>
              <a:t>下一轮：寻求 A 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